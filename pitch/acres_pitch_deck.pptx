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Today, getting ACRES clearance is a manual, multi-step chase. We built a tool that collapses it into one self-serve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hop and every typo adds days. Applicants decode categories and MSD numbers by hand, then chase project details.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real cost is time: waiting, rework loops, and risk from scattered sensitive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middleman disappears — the applicant goes straight to the person who submits for clearance.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or upload, AI extracts, deterministic code verifies the critical codes, then we assemble and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deliberately don't trust the model with reference numbers — those are parsed deterministically, so we get AI's flexibility without its hallucinations.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needed is already built: assistant, OCR, conditionals, validation, auto-fill and routing.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External parties often don't know the project. They enter a confidential code; the real project details are attached automatically and never shown to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doesn't just digitise the form — it removes the middleman and keeps a private, local option.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Applicants, executives, ops managers and admin teams all benefit.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Faster, more accurate, less admin, safer and scalable across projects.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working prototype, tested on real scanned clearance documents.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Demos use obviously fake data, the AI is ready for the enterprise provider, and a mobile code confirms the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Next: real email sending, live register + SSO, audit trail and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Sensitive data and model accuracy are handled with local AI and deterministic parsing.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ask: pilot with one project team and measure the before/after.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54864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26522"/>
                </a:solidFill>
                <a:latin typeface="Arial"/>
              </a:defRPr>
            </a:pPr>
            <a:r>
              <a:t>ACRES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20116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4600" b="1">
                <a:solidFill>
                  <a:srgbClr val="18418A"/>
                </a:solidFill>
                <a:latin typeface="Arial"/>
              </a:defRPr>
            </a:pPr>
            <a:r>
              <a:t>ACRES Clearance Automated Intake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9875520" cy="1463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2A3442"/>
                </a:solidFill>
                <a:latin typeface="Arial"/>
              </a:defRPr>
            </a:pPr>
            <a:r>
              <a:t>A self-serve portal that turns a messy clearance request into a ready-to-submit ACRES row and routes it straight to the project executive — no middleman.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5120640"/>
            <a:ext cx="3474720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Arial"/>
              </a:defRPr>
            </a:pPr>
            <a:r>
              <a:t>Self-serve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5120640"/>
            <a:ext cx="3767328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Arial"/>
              </a:defRPr>
            </a:pPr>
            <a:r>
              <a:t>AI-assisted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59368" y="5120640"/>
            <a:ext cx="5522976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Arial"/>
              </a:defRPr>
            </a:pPr>
            <a:r>
              <a:t>Working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Clearance is slow, fragmented and error-prone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24160" cy="3840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A complex, 20+ column Excel sheet must be filled perfectly.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Project details — ops manager, department, clearance level — are scattered.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Applicants manually decode clearance categories and MSD reference numbers.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Requests bounce through a middleman before the project executive.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Wrong or incomplete rows cause rework and delay.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Sensitive data is handled ad hoc over email.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THE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Every hop and typo adds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Days of waiting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Per clearance, multiplied across a project.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Rework loops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Between applicant, middleman and executive.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Risk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Sensitive details scattered across email and spreadsheets.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No standard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Every request is formatted differently.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A self-serve portal that does the work for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24160" cy="3840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Paste an email, or upload a PDF / image clearance document.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AI extracts and validates every required field.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Project details auto-fill from a project register.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Produces a standardized, ready-to-submit ACRES row.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Packages it and routes it directly to the project executive.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From messy input to routed request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1 · Input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Paste text or upload a scanned PDF/image.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2 · Read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OCR turns documents into text.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3 · Understand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A language model extracts fields, constrained to a strict schema.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4 · Verify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Deterministic parsing for MSD M/…, categories like 1A/02/2B, and dates.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603504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5 · Assemble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Merge with the project register into one ACRES row.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610819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603504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6 · Route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Package and send to the project executive.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610819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WHERE AI IS USED — AND WHERE IT ISN'T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AI for language. Code for critical values.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AI does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Reading documents, extracting fields, drafting the “Nature of Involvement” sentence.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Deterministic code does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MSD reference numbers, clearance categories, dates, project lookup, validation, the final row.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Human-in-the-loop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Anything missing or mis-formatted is flagged for the user to fix.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Everything needed, built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24160" cy="3840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•   AI Intake Assistant — paste anything, the form fills itself.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•   Document OCR — scanned PDFs and photos of forms.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•   Smart conditionals — locals vs foreigners; visit-reference country rules.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•   Format validation — NRIC, dates, mobile, email.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•   Project auto-fill — location, end date, ops manager, clearance level, department, executive.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•   Direct routing — recipient pre-filled; one-click email package.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•   Flexible AI backend — local (private) or cloud; free tiers supported.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BUILT FOR INTERNAL AND EXTERNAL PARTIES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External parties never see the real project details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Internal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Knows the project; selects it and sees all project fields.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External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Enters a confidential project code (e.g. ALPHA-7X3K).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Auto-resolved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The real project details are attached automatically.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Kept confidential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Name, location, ops manager and clearance level stay hidden.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WHY IT'S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It removes the middleman — not just digitises the 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Hybrid intelligence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LLM for language; deterministic code for critical values.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Privacy options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Can run fully local — clearance data never leaves the machine.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Self-serve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Applicants complete it themselves, correctly, first time.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Standardized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Same validated ACRES row for every project and person type.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WHO IT'S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Built for everyone in the clearance chain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834640"/>
            <a:ext cx="3474720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Arial"/>
              </a:defRPr>
            </a:pPr>
            <a:r>
              <a:t>Applicants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17720" y="2834640"/>
            <a:ext cx="5815583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Arial"/>
              </a:defRPr>
            </a:pPr>
            <a:r>
              <a:t>Project executives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7623" y="2834640"/>
            <a:ext cx="4059935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Arial"/>
              </a:defRPr>
            </a:pPr>
            <a:r>
              <a:t>Ops managers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041878" y="2834640"/>
            <a:ext cx="7571231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Arial"/>
              </a:defRPr>
            </a:pPr>
            <a:r>
              <a:t>Project / security admin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931920"/>
            <a:ext cx="1042416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Applicants complete the form; executives receive a ready package; ops managers endorse; admin teams get consistency and an audit trail.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Faster, cleaner, safer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Faster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Minutes instead of days of back-and-forth.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More accurate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Validated, standardized rows; fewer rework loops.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Less admin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The middleman step is eliminated.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Safer &amp; scalable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Privacy-preserving local AI; one flow for every project.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A working prototype, not a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24160" cy="3840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000"/>
              </a:spcAft>
              <a:defRPr sz="1700" b="0">
                <a:solidFill>
                  <a:srgbClr val="2A3442"/>
                </a:solidFill>
                <a:latin typeface="Arial"/>
              </a:defRPr>
            </a:pPr>
            <a:r>
              <a:t>•   Deployed and iterated with real feedback.</a:t>
            </a:r>
          </a:p>
          <a:p>
            <a:pPr algn="l">
              <a:spcAft>
                <a:spcPts val="1000"/>
              </a:spcAft>
              <a:defRPr sz="1700" b="0">
                <a:solidFill>
                  <a:srgbClr val="2A3442"/>
                </a:solidFill>
                <a:latin typeface="Arial"/>
              </a:defRPr>
            </a:pPr>
            <a:r>
              <a:t>•   Reads real scanned clearance documents (OCR + AI).</a:t>
            </a:r>
          </a:p>
          <a:p>
            <a:pPr algn="l">
              <a:spcAft>
                <a:spcPts val="1000"/>
              </a:spcAft>
              <a:defRPr sz="1700" b="0">
                <a:solidFill>
                  <a:srgbClr val="2A3442"/>
                </a:solidFill>
                <a:latin typeface="Arial"/>
              </a:defRPr>
            </a:pPr>
            <a:r>
              <a:t>•   Handles the full ACRES field set and per-project routing.</a:t>
            </a:r>
          </a:p>
          <a:p>
            <a:pPr algn="l">
              <a:spcAft>
                <a:spcPts val="1000"/>
              </a:spcAft>
              <a:defRPr sz="1700" b="0">
                <a:solidFill>
                  <a:srgbClr val="2A3442"/>
                </a:solidFill>
                <a:latin typeface="Arial"/>
              </a:defRPr>
            </a:pPr>
            <a:r>
              <a:t>•   AI backend options integrated: local Ollama, Gemini free tier, OpenCode Go, any OpenAI-compatible provider.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SAFE TO DEMO, READY FOR ENTERPRISE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No real data, no lock-in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Fake demo data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A one-click sample document (Republic of Pineapple) — demos never touch real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Enterprise AI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Ready for the OpenAI API Platform; lock the app to one approved provider.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Mobile verification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A verification code confirms the submission (simulated for now).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Privacy first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Can run fully local; project details stay confidential from external parties.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From prototype to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24160" cy="3840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Real email sending (SMTP/API) with delivery receipts.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Live project-register integration and SSO / role-based access.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Audit trail and submission tracking.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Multiple clearance rows per applicant; category-aware routing.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Analytics: time-to-clearance, error rates, bottlenecks.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RISKS &amp; MITIGATIONS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Handled deliberately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Sensitive data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Local model option; access codes; minimal retention.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Model accuracy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Schema constraints + deterministic parsing + human review.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Adoption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Works alongside the existing Excel template; low training.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Process variation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Routing is configurable per project.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1463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4000" b="1">
                <a:solidFill>
                  <a:srgbClr val="18418A"/>
                </a:solidFill>
                <a:latin typeface="Arial"/>
              </a:defRPr>
            </a:pPr>
            <a:r>
              <a:t>Let's clear the middleman.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834640"/>
            <a:ext cx="10424160" cy="3840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Pilot with one project team.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Gather feedback from applicants, ops managers and project executives.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Measure time-to-clearance and rework, before and after.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Expand to more projects.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